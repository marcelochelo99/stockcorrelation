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ac68f198645e9" /><Relationship Type="http://schemas.openxmlformats.org/officeDocument/2006/relationships/extended-properties" Target="/docProps/app.xml" Id="R3ffff0cbcf004334" /><Relationship Type="http://schemas.openxmlformats.org/officeDocument/2006/relationships/officeDocument" Target="/ppt/presentation.xml" Id="Re16bc8cc1e44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10801cacf949aa"/>
  </p:sldMasterIdLst>
  <p:notesMasterIdLst>
    <p:notesMasterId xmlns:r="http://schemas.openxmlformats.org/officeDocument/2006/relationships" r:id="R0bca3cf6d06c4cc1"/>
  </p:notesMasterIdLst>
  <p:sldIdLst>
    <p:sldId xmlns:r="http://schemas.openxmlformats.org/officeDocument/2006/relationships" id="256" r:id="Ra0d90b362f94410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801cacf949aa" /><Relationship Type="http://schemas.openxmlformats.org/officeDocument/2006/relationships/theme" Target="/ppt/theme/theme1.xml" Id="Rafffebc8d83644b4" /><Relationship Type="http://schemas.openxmlformats.org/officeDocument/2006/relationships/notesMaster" Target="/ppt/notesMasters/notesMaster1.xml" Id="R0bca3cf6d06c4cc1" /><Relationship Type="http://schemas.openxmlformats.org/officeDocument/2006/relationships/presProps" Target="/ppt/presProps.xml" Id="Ra299d16f389f4a83" /><Relationship Type="http://schemas.openxmlformats.org/officeDocument/2006/relationships/viewProps" Target="/ppt/viewProps.xml" Id="R5552faf307ce4879" /><Relationship Type="http://schemas.openxmlformats.org/officeDocument/2006/relationships/tableStyles" Target="/ppt/tableStyles.xml" Id="R0a124e44eba84207" /><Relationship Type="http://schemas.openxmlformats.org/officeDocument/2006/relationships/slide" Target="/ppt/slides/slide1.xml" Id="Ra0d90b362f94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ebbc56646c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e051e74d94db6" /><Relationship Type="http://schemas.openxmlformats.org/officeDocument/2006/relationships/notesMaster" Target="/ppt/notesMasters/notesMaster1.xml" Id="R6f7a0f5f1321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0ca59408a48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7effbee3b84747" /><Relationship Type="http://schemas.openxmlformats.org/officeDocument/2006/relationships/slideLayout" Target="/ppt/slideLayouts/slideLayout2.xml" Id="Rdbcc87e7dc5e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c87e7dc5e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015130c71410e" /><Relationship Type="http://schemas.openxmlformats.org/officeDocument/2006/relationships/chart" Target="/ppt/slides/charts/chart1.xml" Id="R9c8fae94c3794941" /><Relationship Type="http://schemas.openxmlformats.org/officeDocument/2006/relationships/notesSlide" Target="/ppt/notesSlides/notesSlide1.xml" Id="Rc4cb61019aed45e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ser>
          <c:idx val="0"/>
          <c:order val="0"/>
          <c:tx>
            <c:v>X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/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3FE3E-E7B7-472C-9EE5-C30163A7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23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/>
            </a:pPr>
            <a:r>
              <a:rPr sz="4500" b="1"/>
              <a:t>Test</a:t>
            </a:r>
          </a:p>
        </p:txBody>
      </p:sp>
      <p:graphicFrame>
        <p:nvGraphicFramePr>
          <p:cNvPr id="2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6764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8fae94c3794941"/>
          </a:graphicData>
        </a:graphic>
      </p:graphicFrame>
    </p:spTree>
    <p:extLst>
      <p:ext uri="{BB962C8B-B14F-4D97-AF65-F5344CB8AC3E}">
        <p14:creationId xmlns:p14="http://schemas.microsoft.com/office/powerpoint/2010/main" val="27327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2026-04-27T22:47:06.5690000Z</dcterms:created>
  <dcterms:modified xsi:type="dcterms:W3CDTF">2026-04-27T22:47:06.5690000Z</dcterms:modified>
</coreProperties>
</file>